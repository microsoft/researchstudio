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635" cy="577786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82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72731" y="1143000"/>
            <a:ext cx="651253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770400"/>
            <a:ext cx="9800165" cy="216561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05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2999707"/>
            <a:ext cx="9800165" cy="124052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020" spc="200"/>
            </a:lvl1pPr>
            <a:lvl2pPr marL="385445" indent="0" algn="ctr">
              <a:buNone/>
              <a:defRPr sz="1685"/>
            </a:lvl2pPr>
            <a:lvl3pPr marL="770255" indent="0" algn="ctr">
              <a:buNone/>
              <a:defRPr sz="1515"/>
            </a:lvl3pPr>
            <a:lvl4pPr marL="1155700" indent="0" algn="ctr">
              <a:buNone/>
              <a:defRPr sz="1350"/>
            </a:lvl4pPr>
            <a:lvl5pPr marL="1540510" indent="0" algn="ctr">
              <a:buNone/>
              <a:defRPr sz="1350"/>
            </a:lvl5pPr>
            <a:lvl6pPr marL="1925955" indent="0" algn="ctr">
              <a:buNone/>
              <a:defRPr sz="1350"/>
            </a:lvl6pPr>
            <a:lvl7pPr marL="2311400" indent="0" algn="ctr">
              <a:buNone/>
              <a:defRPr sz="1350"/>
            </a:lvl7pPr>
            <a:lvl8pPr marL="2696210" indent="0" algn="ctr">
              <a:buNone/>
              <a:defRPr sz="1350"/>
            </a:lvl8pPr>
            <a:lvl9pPr marL="3081655" indent="0" algn="ctr">
              <a:buNone/>
              <a:defRPr sz="135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512589"/>
            <a:ext cx="10970280" cy="5944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255691"/>
            <a:ext cx="10970280" cy="400971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242353"/>
            <a:ext cx="7769565" cy="6460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70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3888397"/>
            <a:ext cx="7769565" cy="73097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51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8544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77025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1557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5405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192595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3114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26962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08165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512589"/>
            <a:ext cx="10970280" cy="5944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264790"/>
            <a:ext cx="5177310" cy="400062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264790"/>
            <a:ext cx="5177310" cy="400062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512589"/>
            <a:ext cx="10970280" cy="5944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182898"/>
            <a:ext cx="5342926" cy="348803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8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5445" indent="0">
              <a:buNone/>
              <a:defRPr sz="1685" b="1"/>
            </a:lvl2pPr>
            <a:lvl3pPr marL="770255" indent="0">
              <a:buNone/>
              <a:defRPr sz="1515" b="1"/>
            </a:lvl3pPr>
            <a:lvl4pPr marL="1155700" indent="0">
              <a:buNone/>
              <a:defRPr sz="1350" b="1"/>
            </a:lvl4pPr>
            <a:lvl5pPr marL="1540510" indent="0">
              <a:buNone/>
              <a:defRPr sz="1350" b="1"/>
            </a:lvl5pPr>
            <a:lvl6pPr marL="1925955" indent="0">
              <a:buNone/>
              <a:defRPr sz="1350" b="1"/>
            </a:lvl6pPr>
            <a:lvl7pPr marL="2311400" indent="0">
              <a:buNone/>
              <a:defRPr sz="1350" b="1"/>
            </a:lvl7pPr>
            <a:lvl8pPr marL="2696210" indent="0">
              <a:buNone/>
              <a:defRPr sz="1350" b="1"/>
            </a:lvl8pPr>
            <a:lvl9pPr marL="3081655" indent="0">
              <a:buNone/>
              <a:defRPr sz="135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562031"/>
            <a:ext cx="5342926" cy="370337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182898"/>
            <a:ext cx="5342926" cy="34880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8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5445" indent="0">
              <a:buNone/>
              <a:defRPr sz="1685" b="1"/>
            </a:lvl2pPr>
            <a:lvl3pPr marL="770255" indent="0">
              <a:buNone/>
              <a:defRPr sz="1515" b="1"/>
            </a:lvl3pPr>
            <a:lvl4pPr marL="1155700" indent="0">
              <a:buNone/>
              <a:defRPr sz="1350" b="1"/>
            </a:lvl4pPr>
            <a:lvl5pPr marL="1540510" indent="0">
              <a:buNone/>
              <a:defRPr sz="1350" b="1"/>
            </a:lvl5pPr>
            <a:lvl6pPr marL="1925955" indent="0">
              <a:buNone/>
              <a:defRPr sz="1350" b="1"/>
            </a:lvl6pPr>
            <a:lvl7pPr marL="2311400" indent="0">
              <a:buNone/>
              <a:defRPr sz="1350" b="1"/>
            </a:lvl7pPr>
            <a:lvl8pPr marL="2696210" indent="0">
              <a:buNone/>
              <a:defRPr sz="1350" b="1"/>
            </a:lvl8pPr>
            <a:lvl9pPr marL="3081655" indent="0">
              <a:buNone/>
              <a:defRPr sz="135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562031"/>
            <a:ext cx="5342926" cy="370337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512589"/>
            <a:ext cx="10970280" cy="59448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310287"/>
            <a:ext cx="5233592" cy="388233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5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310287"/>
            <a:ext cx="5227715" cy="388233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5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770400"/>
            <a:ext cx="1044103" cy="4237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770400"/>
            <a:ext cx="9170103" cy="4237200"/>
          </a:xfrm>
        </p:spPr>
        <p:txBody>
          <a:bodyPr vert="eaVert" lIns="46800" tIns="46800" rIns="46800" bIns="46800"/>
          <a:lstStyle>
            <a:lvl1pPr marL="192405" indent="-192405">
              <a:spcAft>
                <a:spcPts val="1000"/>
              </a:spcAft>
              <a:defRPr spc="300"/>
            </a:lvl1pPr>
            <a:lvl2pPr marL="577850" indent="-192405">
              <a:defRPr spc="300"/>
            </a:lvl2pPr>
            <a:lvl3pPr marL="963295" indent="-192405">
              <a:defRPr spc="300"/>
            </a:lvl3pPr>
            <a:lvl4pPr marL="1348105" indent="-192405">
              <a:defRPr spc="300"/>
            </a:lvl4pPr>
            <a:lvl5pPr marL="1733550" indent="-19240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652110"/>
            <a:ext cx="10973880" cy="461936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020025"/>
            <a:ext cx="9800165" cy="93115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05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2999707"/>
            <a:ext cx="9800165" cy="42463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02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512589"/>
            <a:ext cx="10970280" cy="59448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255691"/>
            <a:ext cx="10970280" cy="400971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5320006"/>
            <a:ext cx="2700266" cy="266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5320006"/>
            <a:ext cx="3960390" cy="266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5320006"/>
            <a:ext cx="2700266" cy="266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70255" rtl="0" eaLnBrk="1" fontAlgn="auto" latinLnBrk="0" hangingPunct="1">
        <a:lnSpc>
          <a:spcPct val="100000"/>
        </a:lnSpc>
        <a:spcBef>
          <a:spcPct val="0"/>
        </a:spcBef>
        <a:buNone/>
        <a:defRPr sz="303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92405" indent="-192405" algn="l" defTabSz="77025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5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77850" indent="-192405" algn="l" defTabSz="77025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356360" algn="l"/>
          <a:tab pos="1356360" algn="l"/>
          <a:tab pos="1356360" algn="l"/>
          <a:tab pos="1356360" algn="l"/>
        </a:tabLst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63295" indent="-192405" algn="l" defTabSz="77025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48105" indent="-192405" algn="l" defTabSz="77025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33550" indent="-192405" algn="l" defTabSz="77025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1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118360" indent="-192405" algn="l" defTabSz="770255" rtl="0" eaLnBrk="1" latinLnBrk="0" hangingPunct="1">
        <a:lnSpc>
          <a:spcPct val="90000"/>
        </a:lnSpc>
        <a:spcBef>
          <a:spcPts val="420"/>
        </a:spcBef>
        <a:buFont typeface="Arial" panose="020B0604020202090204" pitchFamily="34" charset="0"/>
        <a:buChar char="•"/>
        <a:defRPr sz="1515" kern="1200">
          <a:solidFill>
            <a:schemeClr val="tx1"/>
          </a:solidFill>
          <a:latin typeface="+mn-lt"/>
          <a:ea typeface="+mn-ea"/>
          <a:cs typeface="+mn-cs"/>
        </a:defRPr>
      </a:lvl6pPr>
      <a:lvl7pPr marL="2503805" indent="-192405" algn="l" defTabSz="770255" rtl="0" eaLnBrk="1" latinLnBrk="0" hangingPunct="1">
        <a:lnSpc>
          <a:spcPct val="90000"/>
        </a:lnSpc>
        <a:spcBef>
          <a:spcPts val="420"/>
        </a:spcBef>
        <a:buFont typeface="Arial" panose="020B0604020202090204" pitchFamily="34" charset="0"/>
        <a:buChar char="•"/>
        <a:defRPr sz="1515" kern="1200">
          <a:solidFill>
            <a:schemeClr val="tx1"/>
          </a:solidFill>
          <a:latin typeface="+mn-lt"/>
          <a:ea typeface="+mn-ea"/>
          <a:cs typeface="+mn-cs"/>
        </a:defRPr>
      </a:lvl7pPr>
      <a:lvl8pPr marL="2889250" indent="-192405" algn="l" defTabSz="770255" rtl="0" eaLnBrk="1" latinLnBrk="0" hangingPunct="1">
        <a:lnSpc>
          <a:spcPct val="90000"/>
        </a:lnSpc>
        <a:spcBef>
          <a:spcPts val="420"/>
        </a:spcBef>
        <a:buFont typeface="Arial" panose="020B0604020202090204" pitchFamily="34" charset="0"/>
        <a:buChar char="•"/>
        <a:defRPr sz="1515" kern="1200">
          <a:solidFill>
            <a:schemeClr val="tx1"/>
          </a:solidFill>
          <a:latin typeface="+mn-lt"/>
          <a:ea typeface="+mn-ea"/>
          <a:cs typeface="+mn-cs"/>
        </a:defRPr>
      </a:lvl8pPr>
      <a:lvl9pPr marL="3274060" indent="-192405" algn="l" defTabSz="770255" rtl="0" eaLnBrk="1" latinLnBrk="0" hangingPunct="1">
        <a:lnSpc>
          <a:spcPct val="90000"/>
        </a:lnSpc>
        <a:spcBef>
          <a:spcPts val="420"/>
        </a:spcBef>
        <a:buFont typeface="Arial" panose="020B0604020202090204" pitchFamily="34" charset="0"/>
        <a:buChar char="•"/>
        <a:defRPr sz="15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1pPr>
      <a:lvl2pPr marL="385445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2pPr>
      <a:lvl3pPr marL="770255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3pPr>
      <a:lvl4pPr marL="1155700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4pPr>
      <a:lvl5pPr marL="1540510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5pPr>
      <a:lvl6pPr marL="1925955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6pPr>
      <a:lvl7pPr marL="2311400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7pPr>
      <a:lvl8pPr marL="2696210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8pPr>
      <a:lvl9pPr marL="3081655" algn="l" defTabSz="770255" rtl="0" eaLnBrk="1" latinLnBrk="0" hangingPunct="1">
        <a:defRPr sz="15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3.jpeg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image"/>
          <p:cNvPicPr>
            <a:picLocks noChangeAspect="1"/>
          </p:cNvPicPr>
          <p:nvPr/>
        </p:nvPicPr>
        <p:blipFill>
          <a:blip r:embed="rId1"/>
          <a:srcRect t="6204" b="8338"/>
          <a:stretch>
            <a:fillRect/>
          </a:stretch>
        </p:blipFill>
        <p:spPr>
          <a:xfrm>
            <a:off x="960066" y="535"/>
            <a:ext cx="10271999" cy="577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pipeline"/>
          <p:cNvPicPr>
            <a:picLocks noChangeAspect="1"/>
          </p:cNvPicPr>
          <p:nvPr/>
        </p:nvPicPr>
        <p:blipFill>
          <a:blip r:embed="rId2"/>
          <a:srcRect t="6031"/>
          <a:stretch>
            <a:fillRect/>
          </a:stretch>
        </p:blipFill>
        <p:spPr>
          <a:xfrm>
            <a:off x="0" y="0"/>
            <a:ext cx="12192635" cy="5728335"/>
          </a:xfrm>
          <a:prstGeom prst="rect">
            <a:avLst/>
          </a:prstGeom>
        </p:spPr>
      </p:pic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rcRect l="4408" r="5969" b="6319"/>
          <a:stretch>
            <a:fillRect/>
          </a:stretch>
        </p:blipFill>
        <p:spPr>
          <a:xfrm>
            <a:off x="5041265" y="1224280"/>
            <a:ext cx="1068705" cy="1866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苹方-简</vt:lpstr>
      <vt:lpstr>Microsoft YaHei</vt:lpstr>
      <vt:lpstr>汉仪旗黑</vt:lpstr>
      <vt:lpstr>SimSun</vt:lpstr>
      <vt:lpstr>Arial Unicode MS</vt:lpstr>
      <vt:lpstr>汉仪书宋二KW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</cp:lastModifiedBy>
  <cp:revision>163</cp:revision>
  <dcterms:created xsi:type="dcterms:W3CDTF">2026-05-05T08:35:12Z</dcterms:created>
  <dcterms:modified xsi:type="dcterms:W3CDTF">2026-05-05T08:35:12Z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2052-12.1.21861.21861</vt:lpwstr>
  </property>
  <property fmtid="{D5CDD505-2E9C-101B-9397-08002B2CF9AE}" pid="3" name="ICV">
    <vt:lpwstr>B9546398576F3E6A56A9F969136EA0FA_41</vt:lpwstr>
  </property>
</Properties>
</file>